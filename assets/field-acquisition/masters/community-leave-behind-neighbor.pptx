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4572000" cy="64008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locku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2103120" cy="167770"/>
          </a:xfrm>
          <a:prstGeom prst="rect">
            <a:avLst/>
          </a:prstGeom>
        </p:spPr>
      </p:pic>
      <p:sp>
        <p:nvSpPr>
          <p:cNvPr id="3" name="Text"/>
          <p:cNvSpPr txBox="1"/>
          <p:nvPr/>
        </p:nvSpPr>
        <p:spPr>
          <a:xfrm>
            <a:off x="365760" y="105156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dirty="0">
                <a:solidFill>
                  <a:srgbClr val="B15A6F"/>
                </a:solidFill>
                <a:latin typeface="Great Vibes"/>
              </a:rPr>
              <a:t>Keep this note.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365760" y="146304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en-US" sz="2000" b="1" dirty="0">
                <a:solidFill>
                  <a:srgbClr val="302429"/>
                </a:solidFill>
                <a:latin typeface="Fraunces"/>
              </a:rPr>
              <a:t>Ways I can help your home.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365760" y="2194560"/>
            <a:ext cx="384048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lang="en-US" sz="1000" dirty="0">
                <a:solidFill>
                  <a:srgbClr val="4A3B40"/>
                </a:solidFill>
                <a:latin typeface="Nunito Sans"/>
              </a:rPr>
              <a:t>✓  Recurring house cleaning
✓  Deep cleaning
✓  Move-in / move-out
✓  Short-term rentals
✓  Commercial spaces · Churches</a:t>
            </a:r>
          </a:p>
        </p:txBody>
      </p:sp>
      <p:sp>
        <p:nvSpPr>
          <p:cNvPr id="6" name="Owner panel"/>
          <p:cNvSpPr/>
          <p:nvPr/>
        </p:nvSpPr>
        <p:spPr>
          <a:xfrm>
            <a:off x="365760" y="3383280"/>
            <a:ext cx="3840480" cy="868680"/>
          </a:xfrm>
          <a:prstGeom prst="rect">
            <a:avLst/>
          </a:prstGeom>
          <a:solidFill>
            <a:srgbClr val="F7EFD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"/>
          <p:cNvSpPr txBox="1"/>
          <p:nvPr/>
        </p:nvSpPr>
        <p:spPr>
          <a:xfrm>
            <a:off x="502920" y="3520440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4A3B40"/>
                </a:solidFill>
                <a:latin typeface="Nunito Sans"/>
              </a:rPr>
              <a:t>Owner-operated by Hayli
Every request is confirmed personally, and the details stay done visit after visit.</a:t>
            </a:r>
          </a:p>
        </p:txBody>
      </p:sp>
      <p:pic>
        <p:nvPicPr>
          <p:cNvPr id="8" name="QR — leave-behi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663440"/>
            <a:ext cx="1143000" cy="114300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365760" y="5852160"/>
            <a:ext cx="1143000" cy="12801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650" dirty="0">
                <a:solidFill>
                  <a:srgbClr val="6F5F57"/>
                </a:solidFill>
                <a:latin typeface="Nunito Sans"/>
              </a:rPr>
              <a:t>Scan me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2286000" y="4892040"/>
            <a:ext cx="192024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50000"/>
              </a:lnSpc>
            </a:pPr>
            <a:r>
              <a:rPr lang="en-US" sz="950" dirty="0">
                <a:solidFill>
                  <a:srgbClr val="4A3B40"/>
                </a:solidFill>
                <a:latin typeface="Nunito Sans"/>
              </a:rPr>
              <a:t>(850) 426-8479
owner@sparkling-standard.com
sparkling-standard.com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rkling Standard">
  <a:themeElements>
    <a:clrScheme name="Sparkling">
      <a:dk1>
        <a:srgbClr val="302429"/>
      </a:dk1>
      <a:lt1>
        <a:srgbClr val="FDFBF8"/>
      </a:lt1>
      <a:dk2>
        <a:srgbClr val="3D3036"/>
      </a:dk2>
      <a:lt2>
        <a:srgbClr val="F9F3ED"/>
      </a:lt2>
      <a:accent1>
        <a:srgbClr val="93475B"/>
      </a:accent1>
      <a:accent2>
        <a:srgbClr val="C6A369"/>
      </a:accent2>
      <a:accent3>
        <a:srgbClr val="8BA888"/>
      </a:accent3>
      <a:accent4>
        <a:srgbClr val="6F5F57"/>
      </a:accent4>
      <a:accent5>
        <a:srgbClr val="E8B3BF"/>
      </a:accent5>
      <a:accent6>
        <a:srgbClr val="4A3B40"/>
      </a:accent6>
      <a:hlink>
        <a:srgbClr val="93475B"/>
      </a:hlink>
      <a:folHlink>
        <a:srgbClr val="7A3A4B"/>
      </a:folHlink>
    </a:clrScheme>
    <a:fontScheme name="Sparkling">
      <a:majorFont>
        <a:latin typeface="Fraunces"/>
        <a:ea typeface=""/>
        <a:cs typeface=""/>
      </a:majorFont>
      <a:minorFont>
        <a:latin typeface="Nunito Sans"/>
        <a:ea typeface=""/>
        <a:cs typeface=""/>
      </a:minorFont>
    </a:fontScheme>
    <a:fmtScheme name="Sparkling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