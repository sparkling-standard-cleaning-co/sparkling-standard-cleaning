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945600" cy="329184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6858000" cy="547077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16002000" y="13716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lang="en-US" sz="1500" b="1" spc="150" dirty="0">
                <a:solidFill>
                  <a:srgbClr val="6F5F57"/>
                </a:solidFill>
                <a:latin typeface="Nunito Sans"/>
              </a:rPr>
              <a:t>PENSACOLA · CANTONMENT
OWNER-OPERATED</a:t>
            </a:r>
          </a:p>
        </p:txBody>
      </p:sp>
      <p:sp>
        <p:nvSpPr>
          <p:cNvPr id="4" name="Rule"/>
          <p:cNvSpPr/>
          <p:nvPr/>
        </p:nvSpPr>
        <p:spPr>
          <a:xfrm>
            <a:off x="1188720" y="2926080"/>
            <a:ext cx="19568160" cy="18288"/>
          </a:xfrm>
          <a:prstGeom prst="rect">
            <a:avLst/>
          </a:prstGeom>
          <a:solidFill>
            <a:srgbClr val="C6A36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"/>
          <p:cNvSpPr txBox="1"/>
          <p:nvPr/>
        </p:nvSpPr>
        <p:spPr>
          <a:xfrm>
            <a:off x="1188720" y="4023360"/>
            <a:ext cx="12344400" cy="365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8800" b="1" dirty="0">
                <a:solidFill>
                  <a:srgbClr val="302429"/>
                </a:solidFill>
                <a:latin typeface="Fraunces"/>
              </a:rPr>
              <a:t>The Details Are Our Standard.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188720" y="8046720"/>
            <a:ext cx="114300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2600" dirty="0">
                <a:solidFill>
                  <a:srgbClr val="4A3B40"/>
                </a:solidFill>
                <a:latin typeface="Nunito Sans"/>
              </a:rPr>
              <a:t>Recurring house cleaning in Pensacola and Cantonment — weekly, biweekly or monthly.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88720" y="9875520"/>
            <a:ext cx="1234440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80000"/>
              </a:lnSpc>
            </a:pPr>
            <a:r>
              <a:rPr lang="en-US" sz="2200" dirty="0">
                <a:solidFill>
                  <a:srgbClr val="4A3B40"/>
                </a:solidFill>
                <a:latin typeface="Nunito Sans"/>
              </a:rPr>
              <a:t>01  Estimates built from real labor hours
02  The details most cleaners skip, every visit
03  Hayli confirms every request personally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88720" y="12435840"/>
            <a:ext cx="12344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500" b="1" spc="150" dirty="0">
                <a:solidFill>
                  <a:srgbClr val="6F5F57"/>
                </a:solidFill>
                <a:latin typeface="Nunito Sans"/>
              </a:rPr>
              <a:t>NOW SCHEDULING IN YOUR NEIGHBORHOOD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188720" y="13167360"/>
            <a:ext cx="123444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F5F57"/>
                </a:solidFill>
                <a:latin typeface="Nunito Sans"/>
              </a:rPr>
              <a:t>Serving Pensacola, Cantonment and surrounding communities within about an hour of Cantonment, with select nearby service into Alabama.</a:t>
            </a:r>
          </a:p>
        </p:txBody>
      </p:sp>
      <p:pic>
        <p:nvPicPr>
          <p:cNvPr id="10" name="Founder 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0" y="4206240"/>
            <a:ext cx="5852160" cy="6792327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4813280" y="137160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n-US" sz="3400" b="1" dirty="0">
                <a:solidFill>
                  <a:srgbClr val="302429"/>
                </a:solidFill>
                <a:latin typeface="Fraunces"/>
              </a:rPr>
              <a:t>Hayli
Founder &amp; Owner-Operator</a:t>
            </a:r>
          </a:p>
        </p:txBody>
      </p:sp>
      <p:sp>
        <p:nvSpPr>
          <p:cNvPr id="12" name="Rule"/>
          <p:cNvSpPr/>
          <p:nvPr/>
        </p:nvSpPr>
        <p:spPr>
          <a:xfrm>
            <a:off x="1188720" y="27614880"/>
            <a:ext cx="19568160" cy="18288"/>
          </a:xfrm>
          <a:prstGeom prst="rect">
            <a:avLst/>
          </a:prstGeom>
          <a:solidFill>
            <a:srgbClr val="C6A36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QR — foam 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8346400"/>
            <a:ext cx="4572000" cy="457200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1188720" y="32141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spc="120" dirty="0">
                <a:solidFill>
                  <a:srgbClr val="6F5F57"/>
                </a:solidFill>
                <a:latin typeface="Nunito Sans"/>
              </a:rPr>
              <a:t>SCAN FOR A FREE INSTANT ESTIMATE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3258800" y="28620720"/>
            <a:ext cx="7498080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50000"/>
              </a:lnSpc>
            </a:pPr>
            <a:r>
              <a:rPr lang="en-US" sz="2800" dirty="0">
                <a:solidFill>
                  <a:srgbClr val="4A3B40"/>
                </a:solidFill>
                <a:latin typeface="Nunito Sans"/>
              </a:rPr>
              <a:t>(850) 426-8479
owner@sparkling-standard.com
sparkling-standard.com
Seven days a week · 8:00 AM – 6:00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