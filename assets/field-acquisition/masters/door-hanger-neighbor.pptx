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00400" cy="7772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ting band"/>
          <p:cNvSpPr/>
          <p:nvPr/>
        </p:nvSpPr>
        <p:spPr>
          <a:xfrm>
            <a:off x="0" y="0"/>
            <a:ext cx="3200400" cy="2651760"/>
          </a:xfrm>
          <a:prstGeom prst="rect">
            <a:avLst/>
          </a:prstGeom>
          <a:solidFill>
            <a:srgbClr val="F9E6E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228600" y="17373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en-US" sz="2400" dirty="0">
                <a:solidFill>
                  <a:srgbClr val="93475B"/>
                </a:solidFill>
                <a:latin typeface="Great Vibes"/>
              </a:rPr>
              <a:t>Hello,
neighbor!</a:t>
            </a:r>
          </a:p>
        </p:txBody>
      </p:sp>
      <p:pic>
        <p:nvPicPr>
          <p:cNvPr id="4" name="Founder portra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91640"/>
            <a:ext cx="713232" cy="827815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228600" y="28346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dirty="0">
                <a:solidFill>
                  <a:srgbClr val="302429"/>
                </a:solidFill>
                <a:latin typeface="Fraunces"/>
              </a:rPr>
              <a:t>Let me take care of your home.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228600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900" dirty="0">
                <a:solidFill>
                  <a:srgbClr val="4A3B40"/>
                </a:solidFill>
                <a:latin typeface="Nunito Sans"/>
              </a:rPr>
              <a:t>Recurring house cleaning in this neighborhood — with the details most cleaners skip.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2860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lang="en-US" sz="850" dirty="0">
                <a:solidFill>
                  <a:srgbClr val="4A3B40"/>
                </a:solidFill>
                <a:latin typeface="Nunito Sans"/>
              </a:rPr>
              <a:t>✓  Weekly, biweekly or monthly plans
✓  Honest estimates built from real labor hours
✓  Every request confirmed by Hayli</a:t>
            </a:r>
          </a:p>
        </p:txBody>
      </p:sp>
      <p:pic>
        <p:nvPicPr>
          <p:cNvPr id="8" name="QR — door han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303520"/>
            <a:ext cx="1234440" cy="123444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228600" y="6583680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00" dirty="0">
                <a:solidFill>
                  <a:srgbClr val="6F5F57"/>
                </a:solidFill>
                <a:latin typeface="Nunito Sans"/>
              </a:rPr>
              <a:t>Scan 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783080" y="566928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40000"/>
              </a:lnSpc>
            </a:pPr>
            <a:r>
              <a:rPr lang="en-US" sz="900" b="1" dirty="0">
                <a:solidFill>
                  <a:srgbClr val="302429"/>
                </a:solidFill>
                <a:latin typeface="Nunito Sans"/>
              </a:rPr>
              <a:t>Call or text
(850) 426-8479
sparkling-standard.com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