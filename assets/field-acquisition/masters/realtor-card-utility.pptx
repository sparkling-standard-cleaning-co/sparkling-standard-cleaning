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3200400" cy="18288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locku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" y="118872"/>
            <a:ext cx="1371600" cy="109415"/>
          </a:xfrm>
          <a:prstGeom prst="rect">
            <a:avLst/>
          </a:prstGeom>
        </p:spPr>
      </p:pic>
      <p:sp>
        <p:nvSpPr>
          <p:cNvPr id="3" name="Tag"/>
          <p:cNvSpPr/>
          <p:nvPr/>
        </p:nvSpPr>
        <p:spPr>
          <a:xfrm>
            <a:off x="2377440" y="128016"/>
            <a:ext cx="685800" cy="219456"/>
          </a:xfrm>
          <a:prstGeom prst="rect">
            <a:avLst/>
          </a:prstGeom>
          <a:solidFill>
            <a:srgbClr val="F7EFD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2395728" y="173736"/>
            <a:ext cx="649224" cy="12801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550" b="1" spc="100" dirty="0">
                <a:solidFill>
                  <a:srgbClr val="8A6D38"/>
                </a:solidFill>
                <a:latin typeface="Nunito Sans"/>
              </a:rPr>
              <a:t>FOR REALTORS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64592" y="50292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en-US" sz="1300" b="1" dirty="0">
                <a:solidFill>
                  <a:srgbClr val="302429"/>
                </a:solidFill>
                <a:latin typeface="Fraunces"/>
              </a:rPr>
              <a:t>Move-out cleaning, scheduled around closings.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64592" y="96012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</a:pPr>
            <a:r>
              <a:rPr lang="en-US" sz="700" dirty="0">
                <a:solidFill>
                  <a:srgbClr val="4A3B40"/>
                </a:solidFill>
                <a:latin typeface="Nunito Sans"/>
              </a:rPr>
              <a:t>☐  Move-in / move-out cleaning
☐  Confirmed personally by Hayli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64592" y="141732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</a:pPr>
            <a:r>
              <a:rPr lang="en-US" sz="750" dirty="0">
                <a:solidFill>
                  <a:srgbClr val="4A3B40"/>
                </a:solidFill>
                <a:latin typeface="Nunito Sans"/>
              </a:rPr>
              <a:t>(850) 426-8479
owner@sparkling-standard.com · sparkling-standard.com</a:t>
            </a:r>
          </a:p>
        </p:txBody>
      </p:sp>
      <p:pic>
        <p:nvPicPr>
          <p:cNvPr id="8" name="QR — realto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280" y="548640"/>
            <a:ext cx="777240" cy="777240"/>
          </a:xfrm>
          <a:prstGeom prst="rect">
            <a:avLst/>
          </a:prstGeom>
        </p:spPr>
      </p:pic>
      <p:sp>
        <p:nvSpPr>
          <p:cNvPr id="9" name="Text"/>
          <p:cNvSpPr txBox="1"/>
          <p:nvPr/>
        </p:nvSpPr>
        <p:spPr>
          <a:xfrm>
            <a:off x="2240280" y="1353312"/>
            <a:ext cx="777240" cy="12801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550" spc="100" dirty="0">
                <a:solidFill>
                  <a:srgbClr val="6F5F57"/>
                </a:solidFill>
                <a:latin typeface="Nunito Sans"/>
              </a:rPr>
              <a:t>MOVE-OUT PAGE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arkling Standard">
  <a:themeElements>
    <a:clrScheme name="Sparkling">
      <a:dk1>
        <a:srgbClr val="302429"/>
      </a:dk1>
      <a:lt1>
        <a:srgbClr val="FDFBF8"/>
      </a:lt1>
      <a:dk2>
        <a:srgbClr val="3D3036"/>
      </a:dk2>
      <a:lt2>
        <a:srgbClr val="F9F3ED"/>
      </a:lt2>
      <a:accent1>
        <a:srgbClr val="93475B"/>
      </a:accent1>
      <a:accent2>
        <a:srgbClr val="C6A369"/>
      </a:accent2>
      <a:accent3>
        <a:srgbClr val="8BA888"/>
      </a:accent3>
      <a:accent4>
        <a:srgbClr val="6F5F57"/>
      </a:accent4>
      <a:accent5>
        <a:srgbClr val="E8B3BF"/>
      </a:accent5>
      <a:accent6>
        <a:srgbClr val="4A3B40"/>
      </a:accent6>
      <a:hlink>
        <a:srgbClr val="93475B"/>
      </a:hlink>
      <a:folHlink>
        <a:srgbClr val="7A3A4B"/>
      </a:folHlink>
    </a:clrScheme>
    <a:fontScheme name="Sparkling">
      <a:majorFont>
        <a:latin typeface="Fraunces"/>
        <a:ea typeface=""/>
        <a:cs typeface=""/>
      </a:majorFont>
      <a:minorFont>
        <a:latin typeface="Nunito Sans"/>
        <a:ea typeface=""/>
        <a:cs typeface=""/>
      </a:minorFont>
    </a:fontScheme>
    <a:fmtScheme name="Sparkling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