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58400" cy="155448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3291840" cy="262597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858000" y="685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lang="en-US" sz="800" b="1" spc="120" dirty="0">
                <a:solidFill>
                  <a:srgbClr val="6F5F57"/>
                </a:solidFill>
                <a:latin typeface="Nunito Sans"/>
              </a:rPr>
              <a:t>PENSACOLA · CANTONMENT
OWNER-OPERATED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417320"/>
            <a:ext cx="8778240" cy="7315"/>
          </a:xfrm>
          <a:prstGeom prst="rect">
            <a:avLst/>
          </a:prstGeom>
          <a:solidFill>
            <a:srgbClr val="C6A36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"/>
          <p:cNvSpPr txBox="1"/>
          <p:nvPr/>
        </p:nvSpPr>
        <p:spPr>
          <a:xfrm>
            <a:off x="640080" y="1920240"/>
            <a:ext cx="5852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4400" b="1" dirty="0">
                <a:solidFill>
                  <a:srgbClr val="302429"/>
                </a:solidFill>
                <a:latin typeface="Fraunces"/>
              </a:rPr>
              <a:t>The Details Are Our Standard.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0080" y="356616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500" dirty="0">
                <a:solidFill>
                  <a:srgbClr val="4A3B40"/>
                </a:solidFill>
                <a:latin typeface="Nunito Sans"/>
              </a:rPr>
              <a:t>Recurring house cleaning in Pensacola and Cantonment — weekly, biweekly or monthly.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40080" y="4480560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4A3B40"/>
                </a:solidFill>
                <a:latin typeface="Nunito Sans"/>
              </a:rPr>
              <a:t>01  Estimates built from real labor hours
02  The details most cleaners skip, every visit
03  Hayli confirms every request personally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40080" y="57607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 b="1" spc="150" dirty="0">
                <a:solidFill>
                  <a:srgbClr val="6F5F57"/>
                </a:solidFill>
                <a:latin typeface="Nunito Sans"/>
              </a:rPr>
              <a:t>NOW SCHEDULING IN YOUR NEIGHBORHOOD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40080" y="612648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800" dirty="0">
                <a:solidFill>
                  <a:srgbClr val="6F5F57"/>
                </a:solidFill>
                <a:latin typeface="Nunito Sans"/>
              </a:rPr>
              <a:t>Serving Pensacola, Cantonment and surrounding communities within about an hour of Cantonment, with select nearby service into Alabama.</a:t>
            </a:r>
          </a:p>
        </p:txBody>
      </p:sp>
      <p:pic>
        <p:nvPicPr>
          <p:cNvPr id="10" name="Founder 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920240"/>
            <a:ext cx="2651760" cy="3077773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6858000" y="56692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302429"/>
                </a:solidFill>
                <a:latin typeface="Fraunces"/>
              </a:rPr>
              <a:t>Hayli
Founder &amp; Owner-Operator</a:t>
            </a:r>
          </a:p>
        </p:txBody>
      </p:sp>
      <p:sp>
        <p:nvSpPr>
          <p:cNvPr id="12" name="Rule"/>
          <p:cNvSpPr/>
          <p:nvPr/>
        </p:nvSpPr>
        <p:spPr>
          <a:xfrm>
            <a:off x="640080" y="10789920"/>
            <a:ext cx="8778240" cy="7315"/>
          </a:xfrm>
          <a:prstGeom prst="rect">
            <a:avLst/>
          </a:prstGeom>
          <a:solidFill>
            <a:srgbClr val="C6A36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QR — event pos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0"/>
            <a:ext cx="2286000" cy="228600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640080" y="13487400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800" spc="120" dirty="0">
                <a:solidFill>
                  <a:srgbClr val="6F5F57"/>
                </a:solidFill>
                <a:latin typeface="Nunito Sans"/>
              </a:rPr>
              <a:t>SCAN FOR A FREE INSTANT ESTIMATE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9360" y="112471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rgbClr val="4A3B40"/>
                </a:solidFill>
                <a:latin typeface="Nunito Sans"/>
              </a:rPr>
              <a:t>(850) 426-8479
owner@sparkling-standard.com
sparkling-standard.com
Seven days a week · 8:00 AM – 6:00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